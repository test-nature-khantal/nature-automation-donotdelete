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Nature-gdriveNature-gdriveNature-gdriveNature-gdriveNature-gdriveNature-gdrive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Nature-gdriveNature-gdriveNature-gdriveNature-gdriveNature-gdrive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Nature-gdriveNature-gdriveNature-gdriveNature-gdrive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Nature-gdrive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Ntesttesttesttesttesttesttesttesttesttesttesttesttesttesttesttesttesttesttest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testtesttesttesttesttesttesttesttesttesttesttesttesttesttesttesttesttesttest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testtesttesttesttesttesttesttesttesttesttesttesttesttesttesttesttesttesttest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testtesttesttesttesttesttesttesttesttesttesttesttesttesttesttesttesttesttest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testtesttesttesttesttesttesttesttesttesttesttesttesttesttesttesttesttesttest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testtesttesttesttesttesttesttesttesttesttesttesttesttesttesttesttesttesttest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