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0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15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21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64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3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5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03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9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0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7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B9E6A-DAE2-4537-A86B-19E63B5B615F}" type="datetimeFigureOut">
              <a:rPr lang="en-US" smtClean="0"/>
              <a:t>6/17/2015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B23A8-2504-477D-8DD5-70C5E039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4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7133"/>
            <a:ext cx="9144000" cy="6121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CARD NUMBER:    5420379034455609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CARD NUMBER:    4043966887487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CARD NUMBER:    4716-6562-5986-7857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CARD NUMBER:    375289151370596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CARD NUMBER:    6011-2704-8118-7337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CARD NUMBER:    30097871264941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CARD NUMBER:   3566-0020-2036-0505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CARD NUMBER:   5547-8994-3355-5475</a:t>
            </a:r>
          </a:p>
          <a:p>
            <a:r>
              <a:rPr lang="en-US" dirty="0" smtClean="0"/>
              <a:t> </a:t>
            </a:r>
          </a:p>
          <a:p>
            <a:r>
              <a:rPr lang="en-US" smtClean="0"/>
              <a:t>CARD NUMBER:   5161-5203-5310-4301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24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ABhallamudi</dc:creator>
  <cp:lastModifiedBy>ABhallamudi</cp:lastModifiedBy>
  <cp:revision>2</cp:revision>
  <dcterms:created xsi:type="dcterms:W3CDTF">2015-06-17T23:17:22Z</dcterms:created>
  <dcterms:modified xsi:type="dcterms:W3CDTF">2015-06-17T23:21:39Z</dcterms:modified>
</cp:coreProperties>
</file>