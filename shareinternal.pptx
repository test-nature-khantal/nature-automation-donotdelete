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C7ECF8-AD64-4C31-BF52-1CAD672E34A5}">
  <a:tblStyle styleId="{72C7ECF8-AD64-4C31-BF52-1CAD672E34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{72C7ECF8-AD64-4C31-BF52-1CAD672E34A5}</a:tableStyleId>
              </a:tblPr>
              <a:tblGrid>
                <a:gridCol w="5524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11) SSN SPAIN: count 2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664905109448, 347728960341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custom :: Redaction, Redaction , Redact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custom :: Redaction, Redaction , Redaction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7) ADHAR CARD INDIA: count 3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220541829629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1968 4010 8826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1799-8470-6725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TIN indo: 02.183.241.5-123.456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021832415123456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TIN US: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983955950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928922381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916539925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